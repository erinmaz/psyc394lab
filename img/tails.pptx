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78"/>
  </p:normalViewPr>
  <p:slideViewPr>
    <p:cSldViewPr snapToGrid="0">
      <p:cViewPr>
        <p:scale>
          <a:sx n="119" d="100"/>
          <a:sy n="119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08EC-FD90-08A2-2625-537B5437B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6E5F8-4318-49E3-0BDF-5B1418E38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BF218-7452-19A4-F601-8DABBAB4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D23F3-B09D-17FE-4859-556499EB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738F-D334-9F3E-374B-9FB491E1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5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29D3-3F03-23AC-62C8-2F68B221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D979B-E444-496B-4F8D-A11A7328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4E42-5795-2BE3-8094-4DE81552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48120-EDF5-4B7E-3760-3746AC32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613E5-EC90-47E3-6417-A4C97726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38E7-087E-6B6B-ED34-BB83CF44C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17CD-064A-43ED-C2C7-B5031B04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68A64-69A5-2057-0BBF-66E3BA93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82FA7-31AB-15C6-DE04-26F9BF38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6637C-8A5E-BBFD-8A30-8666497C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3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FE43-814F-175F-49A0-3FF331F4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1B1D-6948-D354-BD43-433D20F1C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CF34D-383E-EAC1-E910-1C6C7D1E1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C9808-F81E-DD9E-0237-B1C25E45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86A6A-A051-41F2-F070-C9D714FE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3DD6E-6990-4DF2-26FF-C0298D51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7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BD57-69B9-6F82-3A66-7828A1C0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EA610-74EA-6659-A456-C4BEEF14B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B943B-0781-39B8-CBC6-64C0A6960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5A756-D43D-47E8-C1D7-5B4F74541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59FA5-A452-047E-4BA7-EAD81B404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01EF2-0B09-DDBD-735B-0919E680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F58C6-06D3-1308-033C-06D81AFB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D3761-5AEA-FC72-4C8E-F2E2893B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2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4925-1CDF-D126-1F5A-3F5FF6F4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ED0D4-7441-01D5-61C4-51A9A9AE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D1133-F04D-1BB9-B669-596524D3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1330B-5F4C-0FEF-C194-B2F3590C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9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EF781-0A31-BFC1-B5C8-34C4C1A8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AE6DA-7125-C3A1-CF68-0E16484B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9215-F230-9678-1AB0-21670960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8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CB11-72B2-E39E-B5CD-C4A9D3A9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BE2A-6FD3-0A04-8B9C-8D10A1E33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A63DD-4533-9F43-8469-CBB7F2AD8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B35A2-B910-8EF1-5D78-5AC7A6C8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ECFBE-708C-21A3-C832-0857CC24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97AE8-45FF-42DC-CA62-0D0D9989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5EC6-20C7-89EC-A635-16B3C886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B1FDD-78D2-4DA7-B973-6C589AEA5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B1E91-7634-3764-BDEA-137931E5A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7A7FE-F8AB-CEA4-1692-EB8B0488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A4692-0DD5-65AB-0053-8630564C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CA729-A8FC-96B8-261D-442BD462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9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113D-AE7F-C84F-DFE4-54A62A6D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02C5E-8303-67A9-47E3-BC1DAC5E8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983C4-9815-5691-3B11-612814A5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4ADB-CC06-BEC8-CE79-AED3CEE0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F0038-BA68-EEAB-0C8A-B04B976A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4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6825D-059A-397E-C9C5-264B88562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CDB1A-5734-D973-240F-38AE20B9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0FE5-6949-1718-3042-4E87C48A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87B95-0F64-E20A-845D-E0A6991C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F0BC1-B837-601D-6AF0-F2926BFC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CC47D-839A-B4F8-20F3-01CEFC4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B32F1-A88D-B7A0-695E-37D196E91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E1C9B-7393-D3C7-7D44-EB0F415DC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B6DB3-3DB0-874B-81C8-795CA5F80698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CF6D-14FE-3BE8-BD95-90CDC1ED9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BB1B-F3AC-A4C3-12D7-D1D2248D6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0FCA5-BBD1-654A-BA4F-4177F193F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0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60B0E2D-244B-D606-823B-B75D213F98FC}"/>
              </a:ext>
            </a:extLst>
          </p:cNvPr>
          <p:cNvGrpSpPr/>
          <p:nvPr/>
        </p:nvGrpSpPr>
        <p:grpSpPr>
          <a:xfrm>
            <a:off x="2783722" y="1219200"/>
            <a:ext cx="9408278" cy="4419600"/>
            <a:chOff x="2783722" y="1219200"/>
            <a:chExt cx="9408278" cy="44196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5D24328-75BB-14A9-24C3-B2532CED51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1219200"/>
              <a:ext cx="4419600" cy="441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235ADC-55C8-E42C-FF7E-7E39775A0CB6}"/>
                </a:ext>
              </a:extLst>
            </p:cNvPr>
            <p:cNvSpPr txBox="1"/>
            <p:nvPr/>
          </p:nvSpPr>
          <p:spPr>
            <a:xfrm rot="16200000">
              <a:off x="1419367" y="2797791"/>
              <a:ext cx="3098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Probability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6EFFD98-618F-63BF-7C0A-E00FB1647AF2}"/>
                </a:ext>
              </a:extLst>
            </p:cNvPr>
            <p:cNvCxnSpPr/>
            <p:nvPr/>
          </p:nvCxnSpPr>
          <p:spPr>
            <a:xfrm flipV="1">
              <a:off x="3562066" y="1323833"/>
              <a:ext cx="0" cy="34528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DC7BD3-3C1E-A51B-29D5-153A22FA4891}"/>
                </a:ext>
              </a:extLst>
            </p:cNvPr>
            <p:cNvSpPr txBox="1"/>
            <p:nvPr/>
          </p:nvSpPr>
          <p:spPr>
            <a:xfrm>
              <a:off x="4453476" y="5093638"/>
              <a:ext cx="3098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Test statistic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452124-C849-C773-EB05-E8476A8D31F9}"/>
                </a:ext>
              </a:extLst>
            </p:cNvPr>
            <p:cNvSpPr/>
            <p:nvPr/>
          </p:nvSpPr>
          <p:spPr>
            <a:xfrm>
              <a:off x="8218714" y="1323833"/>
              <a:ext cx="413657" cy="406996"/>
            </a:xfrm>
            <a:prstGeom prst="rect">
              <a:avLst/>
            </a:prstGeom>
            <a:solidFill>
              <a:srgbClr val="1717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5ECE6-78B1-4889-C2C0-1685090A9209}"/>
                </a:ext>
              </a:extLst>
            </p:cNvPr>
            <p:cNvSpPr txBox="1"/>
            <p:nvPr/>
          </p:nvSpPr>
          <p:spPr>
            <a:xfrm>
              <a:off x="7859258" y="1323833"/>
              <a:ext cx="43327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Reject H</a:t>
              </a:r>
              <a:r>
                <a:rPr lang="en-US" baseline="-25000" dirty="0"/>
                <a:t>0</a:t>
              </a:r>
              <a:r>
                <a:rPr lang="en-US" dirty="0"/>
                <a:t> – Two-tailed test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8C33D-896E-91B6-A415-7F4A5B6C6671}"/>
                </a:ext>
              </a:extLst>
            </p:cNvPr>
            <p:cNvCxnSpPr/>
            <p:nvPr/>
          </p:nvCxnSpPr>
          <p:spPr>
            <a:xfrm>
              <a:off x="7467600" y="4441371"/>
              <a:ext cx="0" cy="42454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0DE329-1E3D-9CA6-9FDB-A4F11D6D2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7600" y="4671863"/>
              <a:ext cx="244475" cy="1940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70B0CF-F82F-FE55-4ED2-25EA969B4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2157" y="4591050"/>
              <a:ext cx="146957" cy="990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EAD1E0-DADF-6EB8-BFAC-D4D1C1501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0885" y="4737100"/>
              <a:ext cx="204334" cy="1389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EB9FDF5-D3C0-F853-9F65-112D42AA70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4603" y="4776716"/>
              <a:ext cx="163739" cy="1033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EC7EB20-F427-78C8-A227-A4077FBDF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9000" y="4806550"/>
              <a:ext cx="81870" cy="735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33613B3-1C47-FF4F-84C2-6B9B920BB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9648" y="4517488"/>
              <a:ext cx="81870" cy="735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43570F-94A6-D92C-B11D-2E0AA290BFFC}"/>
                </a:ext>
              </a:extLst>
            </p:cNvPr>
            <p:cNvSpPr txBox="1"/>
            <p:nvPr/>
          </p:nvSpPr>
          <p:spPr>
            <a:xfrm>
              <a:off x="7859258" y="1896618"/>
              <a:ext cx="43327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Reject H</a:t>
              </a:r>
              <a:r>
                <a:rPr lang="en-US" baseline="-25000" dirty="0"/>
                <a:t>0</a:t>
              </a:r>
              <a:r>
                <a:rPr lang="en-US" dirty="0"/>
                <a:t> – One-tailed test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BCD386-EF45-4BDB-78A5-B2D6044FF8FC}"/>
                </a:ext>
              </a:extLst>
            </p:cNvPr>
            <p:cNvSpPr/>
            <p:nvPr/>
          </p:nvSpPr>
          <p:spPr>
            <a:xfrm>
              <a:off x="8216276" y="1877786"/>
              <a:ext cx="413657" cy="4069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EF8017-F653-95FE-BA9B-CBFED1804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4161" y="1896618"/>
              <a:ext cx="385772" cy="28952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4CFF29-ACF9-18D2-70C4-1DAD0CEC4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8718" y="1911278"/>
              <a:ext cx="146957" cy="990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732035-B0AD-47FB-D46E-CA28C8AC1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5800" y="2057328"/>
              <a:ext cx="305980" cy="2086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068495-A918-BFF4-BE18-ED21696EE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2610" y="2186142"/>
              <a:ext cx="146957" cy="990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63C548B-F310-141A-8DE9-B58EB6E21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9837" y="4876000"/>
              <a:ext cx="21771" cy="60500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670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13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Erin Mazerolle</dc:creator>
  <cp:lastModifiedBy>Erin Mazerolle</cp:lastModifiedBy>
  <cp:revision>1</cp:revision>
  <dcterms:created xsi:type="dcterms:W3CDTF">2024-10-30T19:18:56Z</dcterms:created>
  <dcterms:modified xsi:type="dcterms:W3CDTF">2024-11-01T11:20:47Z</dcterms:modified>
</cp:coreProperties>
</file>